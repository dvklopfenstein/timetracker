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</p:sldIdLst>
  <p:sldSz cx="4937125" cy="3017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9" autoAdjust="0"/>
    <p:restoredTop sz="94660"/>
  </p:normalViewPr>
  <p:slideViewPr>
    <p:cSldViewPr snapToGrid="0">
      <p:cViewPr varScale="1">
        <p:scale>
          <a:sx n="213" d="100"/>
          <a:sy n="213" d="100"/>
        </p:scale>
        <p:origin x="1596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141" y="493892"/>
            <a:ext cx="3702844" cy="1050655"/>
          </a:xfrm>
        </p:spPr>
        <p:txBody>
          <a:bodyPr anchor="b"/>
          <a:lstStyle>
            <a:lvl1pPr algn="ctr">
              <a:defRPr sz="24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141" y="1585064"/>
            <a:ext cx="3702844" cy="728612"/>
          </a:xfrm>
        </p:spPr>
        <p:txBody>
          <a:bodyPr/>
          <a:lstStyle>
            <a:lvl1pPr marL="0" indent="0" algn="ctr">
              <a:buNone/>
              <a:defRPr sz="972"/>
            </a:lvl1pPr>
            <a:lvl2pPr marL="185120" indent="0" algn="ctr">
              <a:buNone/>
              <a:defRPr sz="810"/>
            </a:lvl2pPr>
            <a:lvl3pPr marL="370241" indent="0" algn="ctr">
              <a:buNone/>
              <a:defRPr sz="729"/>
            </a:lvl3pPr>
            <a:lvl4pPr marL="555361" indent="0" algn="ctr">
              <a:buNone/>
              <a:defRPr sz="648"/>
            </a:lvl4pPr>
            <a:lvl5pPr marL="740481" indent="0" algn="ctr">
              <a:buNone/>
              <a:defRPr sz="648"/>
            </a:lvl5pPr>
            <a:lvl6pPr marL="925601" indent="0" algn="ctr">
              <a:buNone/>
              <a:defRPr sz="648"/>
            </a:lvl6pPr>
            <a:lvl7pPr marL="1110722" indent="0" algn="ctr">
              <a:buNone/>
              <a:defRPr sz="648"/>
            </a:lvl7pPr>
            <a:lvl8pPr marL="1295842" indent="0" algn="ctr">
              <a:buNone/>
              <a:defRPr sz="648"/>
            </a:lvl8pPr>
            <a:lvl9pPr marL="1480962" indent="0" algn="ctr">
              <a:buNone/>
              <a:defRPr sz="6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7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4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56" y="752364"/>
            <a:ext cx="4258270" cy="1255337"/>
          </a:xfrm>
        </p:spPr>
        <p:txBody>
          <a:bodyPr anchor="b"/>
          <a:lstStyle>
            <a:lvl1pPr>
              <a:defRPr sz="24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856" y="2019577"/>
            <a:ext cx="4258270" cy="660152"/>
          </a:xfrm>
        </p:spPr>
        <p:txBody>
          <a:bodyPr/>
          <a:lstStyle>
            <a:lvl1pPr marL="0" indent="0">
              <a:buNone/>
              <a:defRPr sz="972">
                <a:solidFill>
                  <a:schemeClr val="tx1">
                    <a:tint val="82000"/>
                  </a:schemeClr>
                </a:solidFill>
              </a:defRPr>
            </a:lvl1pPr>
            <a:lvl2pPr marL="185120" indent="0">
              <a:buNone/>
              <a:defRPr sz="810">
                <a:solidFill>
                  <a:schemeClr val="tx1">
                    <a:tint val="82000"/>
                  </a:schemeClr>
                </a:solidFill>
              </a:defRPr>
            </a:lvl2pPr>
            <a:lvl3pPr marL="370241" indent="0">
              <a:buNone/>
              <a:defRPr sz="729">
                <a:solidFill>
                  <a:schemeClr val="tx1">
                    <a:tint val="82000"/>
                  </a:schemeClr>
                </a:solidFill>
              </a:defRPr>
            </a:lvl3pPr>
            <a:lvl4pPr marL="555361" indent="0">
              <a:buNone/>
              <a:defRPr sz="648">
                <a:solidFill>
                  <a:schemeClr val="tx1">
                    <a:tint val="82000"/>
                  </a:schemeClr>
                </a:solidFill>
              </a:defRPr>
            </a:lvl4pPr>
            <a:lvl5pPr marL="740481" indent="0">
              <a:buNone/>
              <a:defRPr sz="648">
                <a:solidFill>
                  <a:schemeClr val="tx1">
                    <a:tint val="82000"/>
                  </a:schemeClr>
                </a:solidFill>
              </a:defRPr>
            </a:lvl5pPr>
            <a:lvl6pPr marL="925601" indent="0">
              <a:buNone/>
              <a:defRPr sz="648">
                <a:solidFill>
                  <a:schemeClr val="tx1">
                    <a:tint val="82000"/>
                  </a:schemeClr>
                </a:solidFill>
              </a:defRPr>
            </a:lvl6pPr>
            <a:lvl7pPr marL="1110722" indent="0">
              <a:buNone/>
              <a:defRPr sz="648">
                <a:solidFill>
                  <a:schemeClr val="tx1">
                    <a:tint val="82000"/>
                  </a:schemeClr>
                </a:solidFill>
              </a:defRPr>
            </a:lvl7pPr>
            <a:lvl8pPr marL="1295842" indent="0">
              <a:buNone/>
              <a:defRPr sz="648">
                <a:solidFill>
                  <a:schemeClr val="tx1">
                    <a:tint val="82000"/>
                  </a:schemeClr>
                </a:solidFill>
              </a:defRPr>
            </a:lvl8pPr>
            <a:lvl9pPr marL="1480962" indent="0">
              <a:buNone/>
              <a:defRPr sz="6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7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9427" y="803360"/>
            <a:ext cx="2098278" cy="1914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9420" y="803360"/>
            <a:ext cx="2098278" cy="1914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8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71" y="160672"/>
            <a:ext cx="4258270" cy="5833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071" y="739790"/>
            <a:ext cx="2088635" cy="362559"/>
          </a:xfrm>
        </p:spPr>
        <p:txBody>
          <a:bodyPr anchor="b"/>
          <a:lstStyle>
            <a:lvl1pPr marL="0" indent="0">
              <a:buNone/>
              <a:defRPr sz="972" b="1"/>
            </a:lvl1pPr>
            <a:lvl2pPr marL="185120" indent="0">
              <a:buNone/>
              <a:defRPr sz="810" b="1"/>
            </a:lvl2pPr>
            <a:lvl3pPr marL="370241" indent="0">
              <a:buNone/>
              <a:defRPr sz="729" b="1"/>
            </a:lvl3pPr>
            <a:lvl4pPr marL="555361" indent="0">
              <a:buNone/>
              <a:defRPr sz="648" b="1"/>
            </a:lvl4pPr>
            <a:lvl5pPr marL="740481" indent="0">
              <a:buNone/>
              <a:defRPr sz="648" b="1"/>
            </a:lvl5pPr>
            <a:lvl6pPr marL="925601" indent="0">
              <a:buNone/>
              <a:defRPr sz="648" b="1"/>
            </a:lvl6pPr>
            <a:lvl7pPr marL="1110722" indent="0">
              <a:buNone/>
              <a:defRPr sz="648" b="1"/>
            </a:lvl7pPr>
            <a:lvl8pPr marL="1295842" indent="0">
              <a:buNone/>
              <a:defRPr sz="648" b="1"/>
            </a:lvl8pPr>
            <a:lvl9pPr marL="1480962" indent="0">
              <a:buNone/>
              <a:defRPr sz="6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071" y="1102349"/>
            <a:ext cx="2088635" cy="1621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420" y="739790"/>
            <a:ext cx="2098921" cy="362559"/>
          </a:xfrm>
        </p:spPr>
        <p:txBody>
          <a:bodyPr anchor="b"/>
          <a:lstStyle>
            <a:lvl1pPr marL="0" indent="0">
              <a:buNone/>
              <a:defRPr sz="972" b="1"/>
            </a:lvl1pPr>
            <a:lvl2pPr marL="185120" indent="0">
              <a:buNone/>
              <a:defRPr sz="810" b="1"/>
            </a:lvl2pPr>
            <a:lvl3pPr marL="370241" indent="0">
              <a:buNone/>
              <a:defRPr sz="729" b="1"/>
            </a:lvl3pPr>
            <a:lvl4pPr marL="555361" indent="0">
              <a:buNone/>
              <a:defRPr sz="648" b="1"/>
            </a:lvl4pPr>
            <a:lvl5pPr marL="740481" indent="0">
              <a:buNone/>
              <a:defRPr sz="648" b="1"/>
            </a:lvl5pPr>
            <a:lvl6pPr marL="925601" indent="0">
              <a:buNone/>
              <a:defRPr sz="648" b="1"/>
            </a:lvl6pPr>
            <a:lvl7pPr marL="1110722" indent="0">
              <a:buNone/>
              <a:defRPr sz="648" b="1"/>
            </a:lvl7pPr>
            <a:lvl8pPr marL="1295842" indent="0">
              <a:buNone/>
              <a:defRPr sz="648" b="1"/>
            </a:lvl8pPr>
            <a:lvl9pPr marL="1480962" indent="0">
              <a:buNone/>
              <a:defRPr sz="6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99420" y="1102349"/>
            <a:ext cx="2098921" cy="1621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2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5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71" y="201189"/>
            <a:ext cx="1592351" cy="704162"/>
          </a:xfrm>
        </p:spPr>
        <p:txBody>
          <a:bodyPr anchor="b"/>
          <a:lstStyle>
            <a:lvl1pPr>
              <a:defRPr sz="12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8921" y="434513"/>
            <a:ext cx="2499420" cy="2144621"/>
          </a:xfrm>
        </p:spPr>
        <p:txBody>
          <a:bodyPr/>
          <a:lstStyle>
            <a:lvl1pPr>
              <a:defRPr sz="1296"/>
            </a:lvl1pPr>
            <a:lvl2pPr>
              <a:defRPr sz="1134"/>
            </a:lvl2pPr>
            <a:lvl3pPr>
              <a:defRPr sz="972"/>
            </a:lvl3pPr>
            <a:lvl4pPr>
              <a:defRPr sz="810"/>
            </a:lvl4pPr>
            <a:lvl5pPr>
              <a:defRPr sz="810"/>
            </a:lvl5pPr>
            <a:lvl6pPr>
              <a:defRPr sz="810"/>
            </a:lvl6pPr>
            <a:lvl7pPr>
              <a:defRPr sz="810"/>
            </a:lvl7pPr>
            <a:lvl8pPr>
              <a:defRPr sz="810"/>
            </a:lvl8pPr>
            <a:lvl9pPr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071" y="905352"/>
            <a:ext cx="1592351" cy="1677275"/>
          </a:xfrm>
        </p:spPr>
        <p:txBody>
          <a:bodyPr/>
          <a:lstStyle>
            <a:lvl1pPr marL="0" indent="0">
              <a:buNone/>
              <a:defRPr sz="648"/>
            </a:lvl1pPr>
            <a:lvl2pPr marL="185120" indent="0">
              <a:buNone/>
              <a:defRPr sz="567"/>
            </a:lvl2pPr>
            <a:lvl3pPr marL="370241" indent="0">
              <a:buNone/>
              <a:defRPr sz="486"/>
            </a:lvl3pPr>
            <a:lvl4pPr marL="555361" indent="0">
              <a:buNone/>
              <a:defRPr sz="405"/>
            </a:lvl4pPr>
            <a:lvl5pPr marL="740481" indent="0">
              <a:buNone/>
              <a:defRPr sz="405"/>
            </a:lvl5pPr>
            <a:lvl6pPr marL="925601" indent="0">
              <a:buNone/>
              <a:defRPr sz="405"/>
            </a:lvl6pPr>
            <a:lvl7pPr marL="1110722" indent="0">
              <a:buNone/>
              <a:defRPr sz="405"/>
            </a:lvl7pPr>
            <a:lvl8pPr marL="1295842" indent="0">
              <a:buNone/>
              <a:defRPr sz="405"/>
            </a:lvl8pPr>
            <a:lvl9pPr marL="1480962" indent="0">
              <a:buNone/>
              <a:defRPr sz="4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71" y="201189"/>
            <a:ext cx="1592351" cy="704162"/>
          </a:xfrm>
        </p:spPr>
        <p:txBody>
          <a:bodyPr anchor="b"/>
          <a:lstStyle>
            <a:lvl1pPr>
              <a:defRPr sz="12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98921" y="434513"/>
            <a:ext cx="2499420" cy="2144621"/>
          </a:xfrm>
        </p:spPr>
        <p:txBody>
          <a:bodyPr anchor="t"/>
          <a:lstStyle>
            <a:lvl1pPr marL="0" indent="0">
              <a:buNone/>
              <a:defRPr sz="1296"/>
            </a:lvl1pPr>
            <a:lvl2pPr marL="185120" indent="0">
              <a:buNone/>
              <a:defRPr sz="1134"/>
            </a:lvl2pPr>
            <a:lvl3pPr marL="370241" indent="0">
              <a:buNone/>
              <a:defRPr sz="972"/>
            </a:lvl3pPr>
            <a:lvl4pPr marL="555361" indent="0">
              <a:buNone/>
              <a:defRPr sz="810"/>
            </a:lvl4pPr>
            <a:lvl5pPr marL="740481" indent="0">
              <a:buNone/>
              <a:defRPr sz="810"/>
            </a:lvl5pPr>
            <a:lvl6pPr marL="925601" indent="0">
              <a:buNone/>
              <a:defRPr sz="810"/>
            </a:lvl6pPr>
            <a:lvl7pPr marL="1110722" indent="0">
              <a:buNone/>
              <a:defRPr sz="810"/>
            </a:lvl7pPr>
            <a:lvl8pPr marL="1295842" indent="0">
              <a:buNone/>
              <a:defRPr sz="810"/>
            </a:lvl8pPr>
            <a:lvl9pPr marL="1480962" indent="0">
              <a:buNone/>
              <a:defRPr sz="8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071" y="905352"/>
            <a:ext cx="1592351" cy="1677275"/>
          </a:xfrm>
        </p:spPr>
        <p:txBody>
          <a:bodyPr/>
          <a:lstStyle>
            <a:lvl1pPr marL="0" indent="0">
              <a:buNone/>
              <a:defRPr sz="648"/>
            </a:lvl1pPr>
            <a:lvl2pPr marL="185120" indent="0">
              <a:buNone/>
              <a:defRPr sz="567"/>
            </a:lvl2pPr>
            <a:lvl3pPr marL="370241" indent="0">
              <a:buNone/>
              <a:defRPr sz="486"/>
            </a:lvl3pPr>
            <a:lvl4pPr marL="555361" indent="0">
              <a:buNone/>
              <a:defRPr sz="405"/>
            </a:lvl4pPr>
            <a:lvl5pPr marL="740481" indent="0">
              <a:buNone/>
              <a:defRPr sz="405"/>
            </a:lvl5pPr>
            <a:lvl6pPr marL="925601" indent="0">
              <a:buNone/>
              <a:defRPr sz="405"/>
            </a:lvl6pPr>
            <a:lvl7pPr marL="1110722" indent="0">
              <a:buNone/>
              <a:defRPr sz="405"/>
            </a:lvl7pPr>
            <a:lvl8pPr marL="1295842" indent="0">
              <a:buNone/>
              <a:defRPr sz="405"/>
            </a:lvl8pPr>
            <a:lvl9pPr marL="1480962" indent="0">
              <a:buNone/>
              <a:defRPr sz="4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4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33130" y="160672"/>
            <a:ext cx="1064568" cy="2557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9427" y="160672"/>
            <a:ext cx="3131989" cy="2557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5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428" y="160672"/>
            <a:ext cx="4258270" cy="583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428" y="803360"/>
            <a:ext cx="4258270" cy="1914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427" y="2797089"/>
            <a:ext cx="1110853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AAEF2-50C7-4D8D-9965-5DD490F984B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5423" y="2797089"/>
            <a:ext cx="1666280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86845" y="2797089"/>
            <a:ext cx="1110853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A92C6-FD7D-4359-A08A-535211834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3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70241" rtl="0" eaLnBrk="1" latinLnBrk="0" hangingPunct="1">
        <a:lnSpc>
          <a:spcPct val="90000"/>
        </a:lnSpc>
        <a:spcBef>
          <a:spcPct val="0"/>
        </a:spcBef>
        <a:buNone/>
        <a:defRPr sz="17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2560" indent="-92560" algn="l" defTabSz="370241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77680" indent="-92560" algn="l" defTabSz="370241" rtl="0" eaLnBrk="1" latinLnBrk="0" hangingPunct="1">
        <a:lnSpc>
          <a:spcPct val="90000"/>
        </a:lnSpc>
        <a:spcBef>
          <a:spcPts val="202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2pPr>
      <a:lvl3pPr marL="462801" indent="-92560" algn="l" defTabSz="370241" rtl="0" eaLnBrk="1" latinLnBrk="0" hangingPunct="1">
        <a:lnSpc>
          <a:spcPct val="90000"/>
        </a:lnSpc>
        <a:spcBef>
          <a:spcPts val="202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3pPr>
      <a:lvl4pPr marL="647921" indent="-92560" algn="l" defTabSz="370241" rtl="0" eaLnBrk="1" latinLnBrk="0" hangingPunct="1">
        <a:lnSpc>
          <a:spcPct val="90000"/>
        </a:lnSpc>
        <a:spcBef>
          <a:spcPts val="202"/>
        </a:spcBef>
        <a:buFont typeface="Arial" panose="020B0604020202020204" pitchFamily="34" charset="0"/>
        <a:buChar char="•"/>
        <a:defRPr sz="729" kern="1200">
          <a:solidFill>
            <a:schemeClr val="tx1"/>
          </a:solidFill>
          <a:latin typeface="+mn-lt"/>
          <a:ea typeface="+mn-ea"/>
          <a:cs typeface="+mn-cs"/>
        </a:defRPr>
      </a:lvl4pPr>
      <a:lvl5pPr marL="833041" indent="-92560" algn="l" defTabSz="370241" rtl="0" eaLnBrk="1" latinLnBrk="0" hangingPunct="1">
        <a:lnSpc>
          <a:spcPct val="90000"/>
        </a:lnSpc>
        <a:spcBef>
          <a:spcPts val="202"/>
        </a:spcBef>
        <a:buFont typeface="Arial" panose="020B0604020202020204" pitchFamily="34" charset="0"/>
        <a:buChar char="•"/>
        <a:defRPr sz="729" kern="1200">
          <a:solidFill>
            <a:schemeClr val="tx1"/>
          </a:solidFill>
          <a:latin typeface="+mn-lt"/>
          <a:ea typeface="+mn-ea"/>
          <a:cs typeface="+mn-cs"/>
        </a:defRPr>
      </a:lvl5pPr>
      <a:lvl6pPr marL="1018162" indent="-92560" algn="l" defTabSz="370241" rtl="0" eaLnBrk="1" latinLnBrk="0" hangingPunct="1">
        <a:lnSpc>
          <a:spcPct val="90000"/>
        </a:lnSpc>
        <a:spcBef>
          <a:spcPts val="202"/>
        </a:spcBef>
        <a:buFont typeface="Arial" panose="020B0604020202020204" pitchFamily="34" charset="0"/>
        <a:buChar char="•"/>
        <a:defRPr sz="729" kern="1200">
          <a:solidFill>
            <a:schemeClr val="tx1"/>
          </a:solidFill>
          <a:latin typeface="+mn-lt"/>
          <a:ea typeface="+mn-ea"/>
          <a:cs typeface="+mn-cs"/>
        </a:defRPr>
      </a:lvl6pPr>
      <a:lvl7pPr marL="1203282" indent="-92560" algn="l" defTabSz="370241" rtl="0" eaLnBrk="1" latinLnBrk="0" hangingPunct="1">
        <a:lnSpc>
          <a:spcPct val="90000"/>
        </a:lnSpc>
        <a:spcBef>
          <a:spcPts val="202"/>
        </a:spcBef>
        <a:buFont typeface="Arial" panose="020B0604020202020204" pitchFamily="34" charset="0"/>
        <a:buChar char="•"/>
        <a:defRPr sz="729" kern="1200">
          <a:solidFill>
            <a:schemeClr val="tx1"/>
          </a:solidFill>
          <a:latin typeface="+mn-lt"/>
          <a:ea typeface="+mn-ea"/>
          <a:cs typeface="+mn-cs"/>
        </a:defRPr>
      </a:lvl7pPr>
      <a:lvl8pPr marL="1388402" indent="-92560" algn="l" defTabSz="370241" rtl="0" eaLnBrk="1" latinLnBrk="0" hangingPunct="1">
        <a:lnSpc>
          <a:spcPct val="90000"/>
        </a:lnSpc>
        <a:spcBef>
          <a:spcPts val="202"/>
        </a:spcBef>
        <a:buFont typeface="Arial" panose="020B0604020202020204" pitchFamily="34" charset="0"/>
        <a:buChar char="•"/>
        <a:defRPr sz="729" kern="1200">
          <a:solidFill>
            <a:schemeClr val="tx1"/>
          </a:solidFill>
          <a:latin typeface="+mn-lt"/>
          <a:ea typeface="+mn-ea"/>
          <a:cs typeface="+mn-cs"/>
        </a:defRPr>
      </a:lvl8pPr>
      <a:lvl9pPr marL="1573522" indent="-92560" algn="l" defTabSz="370241" rtl="0" eaLnBrk="1" latinLnBrk="0" hangingPunct="1">
        <a:lnSpc>
          <a:spcPct val="90000"/>
        </a:lnSpc>
        <a:spcBef>
          <a:spcPts val="202"/>
        </a:spcBef>
        <a:buFont typeface="Arial" panose="020B0604020202020204" pitchFamily="34" charset="0"/>
        <a:buChar char="•"/>
        <a:defRPr sz="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0241" rtl="0" eaLnBrk="1" latinLnBrk="0" hangingPunct="1">
        <a:defRPr sz="729" kern="1200">
          <a:solidFill>
            <a:schemeClr val="tx1"/>
          </a:solidFill>
          <a:latin typeface="+mn-lt"/>
          <a:ea typeface="+mn-ea"/>
          <a:cs typeface="+mn-cs"/>
        </a:defRPr>
      </a:lvl1pPr>
      <a:lvl2pPr marL="185120" algn="l" defTabSz="370241" rtl="0" eaLnBrk="1" latinLnBrk="0" hangingPunct="1">
        <a:defRPr sz="729" kern="1200">
          <a:solidFill>
            <a:schemeClr val="tx1"/>
          </a:solidFill>
          <a:latin typeface="+mn-lt"/>
          <a:ea typeface="+mn-ea"/>
          <a:cs typeface="+mn-cs"/>
        </a:defRPr>
      </a:lvl2pPr>
      <a:lvl3pPr marL="370241" algn="l" defTabSz="370241" rtl="0" eaLnBrk="1" latinLnBrk="0" hangingPunct="1">
        <a:defRPr sz="729" kern="1200">
          <a:solidFill>
            <a:schemeClr val="tx1"/>
          </a:solidFill>
          <a:latin typeface="+mn-lt"/>
          <a:ea typeface="+mn-ea"/>
          <a:cs typeface="+mn-cs"/>
        </a:defRPr>
      </a:lvl3pPr>
      <a:lvl4pPr marL="555361" algn="l" defTabSz="370241" rtl="0" eaLnBrk="1" latinLnBrk="0" hangingPunct="1">
        <a:defRPr sz="729" kern="1200">
          <a:solidFill>
            <a:schemeClr val="tx1"/>
          </a:solidFill>
          <a:latin typeface="+mn-lt"/>
          <a:ea typeface="+mn-ea"/>
          <a:cs typeface="+mn-cs"/>
        </a:defRPr>
      </a:lvl4pPr>
      <a:lvl5pPr marL="740481" algn="l" defTabSz="370241" rtl="0" eaLnBrk="1" latinLnBrk="0" hangingPunct="1">
        <a:defRPr sz="729" kern="1200">
          <a:solidFill>
            <a:schemeClr val="tx1"/>
          </a:solidFill>
          <a:latin typeface="+mn-lt"/>
          <a:ea typeface="+mn-ea"/>
          <a:cs typeface="+mn-cs"/>
        </a:defRPr>
      </a:lvl5pPr>
      <a:lvl6pPr marL="925601" algn="l" defTabSz="370241" rtl="0" eaLnBrk="1" latinLnBrk="0" hangingPunct="1">
        <a:defRPr sz="729" kern="1200">
          <a:solidFill>
            <a:schemeClr val="tx1"/>
          </a:solidFill>
          <a:latin typeface="+mn-lt"/>
          <a:ea typeface="+mn-ea"/>
          <a:cs typeface="+mn-cs"/>
        </a:defRPr>
      </a:lvl6pPr>
      <a:lvl7pPr marL="1110722" algn="l" defTabSz="370241" rtl="0" eaLnBrk="1" latinLnBrk="0" hangingPunct="1">
        <a:defRPr sz="729" kern="1200">
          <a:solidFill>
            <a:schemeClr val="tx1"/>
          </a:solidFill>
          <a:latin typeface="+mn-lt"/>
          <a:ea typeface="+mn-ea"/>
          <a:cs typeface="+mn-cs"/>
        </a:defRPr>
      </a:lvl7pPr>
      <a:lvl8pPr marL="1295842" algn="l" defTabSz="370241" rtl="0" eaLnBrk="1" latinLnBrk="0" hangingPunct="1">
        <a:defRPr sz="729" kern="1200">
          <a:solidFill>
            <a:schemeClr val="tx1"/>
          </a:solidFill>
          <a:latin typeface="+mn-lt"/>
          <a:ea typeface="+mn-ea"/>
          <a:cs typeface="+mn-cs"/>
        </a:defRPr>
      </a:lvl8pPr>
      <a:lvl9pPr marL="1480962" algn="l" defTabSz="370241" rtl="0" eaLnBrk="1" latinLnBrk="0" hangingPunct="1">
        <a:defRPr sz="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Squirrel with solid fill">
            <a:extLst>
              <a:ext uri="{FF2B5EF4-FFF2-40B4-BE49-F238E27FC236}">
                <a16:creationId xmlns:a16="http://schemas.microsoft.com/office/drawing/2014/main" id="{87D7C4AC-DF29-E47A-B428-D2DBB10A2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67851" y="-380355"/>
            <a:ext cx="3718074" cy="3718074"/>
          </a:xfrm>
          <a:prstGeom prst="rect">
            <a:avLst/>
          </a:prstGeom>
        </p:spPr>
      </p:pic>
      <p:pic>
        <p:nvPicPr>
          <p:cNvPr id="5" name="Graphic 4" descr="Acorn with solid fill">
            <a:extLst>
              <a:ext uri="{FF2B5EF4-FFF2-40B4-BE49-F238E27FC236}">
                <a16:creationId xmlns:a16="http://schemas.microsoft.com/office/drawing/2014/main" id="{B3D10166-96D8-3350-6412-55E1BFF1A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7893" y="2499589"/>
            <a:ext cx="373738" cy="373738"/>
          </a:xfrm>
          <a:prstGeom prst="rect">
            <a:avLst/>
          </a:prstGeom>
        </p:spPr>
      </p:pic>
      <p:pic>
        <p:nvPicPr>
          <p:cNvPr id="6" name="Graphic 5" descr="Acorn with solid fill">
            <a:extLst>
              <a:ext uri="{FF2B5EF4-FFF2-40B4-BE49-F238E27FC236}">
                <a16:creationId xmlns:a16="http://schemas.microsoft.com/office/drawing/2014/main" id="{A67D664A-4FE3-0AF1-5CEF-E529FCB2A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2134" y="2184079"/>
            <a:ext cx="373738" cy="373738"/>
          </a:xfrm>
          <a:prstGeom prst="rect">
            <a:avLst/>
          </a:prstGeom>
        </p:spPr>
      </p:pic>
      <p:pic>
        <p:nvPicPr>
          <p:cNvPr id="7" name="Graphic 6" descr="Acorn with solid fill">
            <a:extLst>
              <a:ext uri="{FF2B5EF4-FFF2-40B4-BE49-F238E27FC236}">
                <a16:creationId xmlns:a16="http://schemas.microsoft.com/office/drawing/2014/main" id="{84483F92-D741-115B-6588-07BCE4A03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01443" y="2324232"/>
            <a:ext cx="373738" cy="373738"/>
          </a:xfrm>
          <a:prstGeom prst="rect">
            <a:avLst/>
          </a:prstGeom>
        </p:spPr>
      </p:pic>
      <p:pic>
        <p:nvPicPr>
          <p:cNvPr id="8" name="Graphic 7" descr="Acorn with solid fill">
            <a:extLst>
              <a:ext uri="{FF2B5EF4-FFF2-40B4-BE49-F238E27FC236}">
                <a16:creationId xmlns:a16="http://schemas.microsoft.com/office/drawing/2014/main" id="{650B748D-FC12-C65A-B914-20E75724E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5538" y="2370949"/>
            <a:ext cx="373738" cy="3737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D11D9B-20EC-4F97-0C85-9DD0C723053C}"/>
              </a:ext>
            </a:extLst>
          </p:cNvPr>
          <p:cNvSpPr txBox="1"/>
          <p:nvPr/>
        </p:nvSpPr>
        <p:spPr>
          <a:xfrm>
            <a:off x="3228963" y="628074"/>
            <a:ext cx="1032856" cy="696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924" b="1" dirty="0">
                <a:solidFill>
                  <a:schemeClr val="tx1">
                    <a:lumMod val="95000"/>
                    <a:lumOff val="5000"/>
                  </a:schemeClr>
                </a:solidFill>
                <a:latin typeface="Cooper Black" panose="0208090404030B0204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in</a:t>
            </a:r>
          </a:p>
        </p:txBody>
      </p:sp>
      <p:pic>
        <p:nvPicPr>
          <p:cNvPr id="10" name="Graphic 9" descr="Acorn with solid fill">
            <a:extLst>
              <a:ext uri="{FF2B5EF4-FFF2-40B4-BE49-F238E27FC236}">
                <a16:creationId xmlns:a16="http://schemas.microsoft.com/office/drawing/2014/main" id="{D9EFDFE7-42BC-3658-D8BF-E50A67B811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6883" y="2499082"/>
            <a:ext cx="373738" cy="373738"/>
          </a:xfrm>
          <a:prstGeom prst="rect">
            <a:avLst/>
          </a:prstGeom>
        </p:spPr>
      </p:pic>
      <p:pic>
        <p:nvPicPr>
          <p:cNvPr id="11" name="Graphic 10" descr="Acorn with solid fill">
            <a:extLst>
              <a:ext uri="{FF2B5EF4-FFF2-40B4-BE49-F238E27FC236}">
                <a16:creationId xmlns:a16="http://schemas.microsoft.com/office/drawing/2014/main" id="{EA8C65D7-E426-BB18-9E39-67BE29A42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5689" y="2154670"/>
            <a:ext cx="373738" cy="373738"/>
          </a:xfrm>
          <a:prstGeom prst="rect">
            <a:avLst/>
          </a:prstGeom>
        </p:spPr>
      </p:pic>
      <p:pic>
        <p:nvPicPr>
          <p:cNvPr id="12" name="Graphic 11" descr="Acorn with solid fill">
            <a:extLst>
              <a:ext uri="{FF2B5EF4-FFF2-40B4-BE49-F238E27FC236}">
                <a16:creationId xmlns:a16="http://schemas.microsoft.com/office/drawing/2014/main" id="{09D538AF-E353-BC9B-B74B-0172ABD579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7826" y="1986378"/>
            <a:ext cx="373738" cy="373738"/>
          </a:xfrm>
          <a:prstGeom prst="rect">
            <a:avLst/>
          </a:prstGeom>
        </p:spPr>
      </p:pic>
      <p:pic>
        <p:nvPicPr>
          <p:cNvPr id="13" name="Graphic 12" descr="Acorn with solid fill">
            <a:extLst>
              <a:ext uri="{FF2B5EF4-FFF2-40B4-BE49-F238E27FC236}">
                <a16:creationId xmlns:a16="http://schemas.microsoft.com/office/drawing/2014/main" id="{2ACE7BE0-59D7-3633-51E9-515E33EF9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7857" y="2440347"/>
            <a:ext cx="373738" cy="3737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A047DB-C8F5-9FCF-E929-55D3B2CA21F4}"/>
              </a:ext>
            </a:extLst>
          </p:cNvPr>
          <p:cNvSpPr txBox="1"/>
          <p:nvPr/>
        </p:nvSpPr>
        <p:spPr>
          <a:xfrm>
            <a:off x="2344098" y="85332"/>
            <a:ext cx="2361585" cy="696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924" b="1" dirty="0">
                <a:solidFill>
                  <a:schemeClr val="tx1">
                    <a:lumMod val="95000"/>
                    <a:lumOff val="5000"/>
                  </a:schemeClr>
                </a:solidFill>
                <a:latin typeface="Cooper Black" panose="0208090404030B0204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7C24C0-1AEF-4732-EB3D-398C6BEEB1A3}"/>
              </a:ext>
            </a:extLst>
          </p:cNvPr>
          <p:cNvSpPr txBox="1"/>
          <p:nvPr/>
        </p:nvSpPr>
        <p:spPr>
          <a:xfrm>
            <a:off x="2515011" y="1160811"/>
            <a:ext cx="2507832" cy="696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924" b="1" dirty="0">
                <a:solidFill>
                  <a:schemeClr val="tx1">
                    <a:lumMod val="95000"/>
                    <a:lumOff val="5000"/>
                  </a:schemeClr>
                </a:solidFill>
                <a:latin typeface="Cooper Black" panose="0208090404030B0204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Progress</a:t>
            </a:r>
            <a:endParaRPr lang="en-US" sz="3924" dirty="0">
              <a:latin typeface="Cooper Black" panose="0208090404030B020404" pitchFamily="18" charset="0"/>
            </a:endParaRPr>
          </a:p>
        </p:txBody>
      </p:sp>
      <p:pic>
        <p:nvPicPr>
          <p:cNvPr id="18" name="Graphic 17" descr="Acorn with solid fill">
            <a:extLst>
              <a:ext uri="{FF2B5EF4-FFF2-40B4-BE49-F238E27FC236}">
                <a16:creationId xmlns:a16="http://schemas.microsoft.com/office/drawing/2014/main" id="{BA3B9A97-8E02-553B-FB83-24FD09E4D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4198" y="2381100"/>
            <a:ext cx="373738" cy="373738"/>
          </a:xfrm>
          <a:prstGeom prst="rect">
            <a:avLst/>
          </a:prstGeom>
        </p:spPr>
      </p:pic>
      <p:pic>
        <p:nvPicPr>
          <p:cNvPr id="19" name="Graphic 18" descr="Acorn with solid fill">
            <a:extLst>
              <a:ext uri="{FF2B5EF4-FFF2-40B4-BE49-F238E27FC236}">
                <a16:creationId xmlns:a16="http://schemas.microsoft.com/office/drawing/2014/main" id="{52672A47-8A98-457F-A130-91F259077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8927" y="2086700"/>
            <a:ext cx="373738" cy="373738"/>
          </a:xfrm>
          <a:prstGeom prst="rect">
            <a:avLst/>
          </a:prstGeom>
        </p:spPr>
      </p:pic>
      <p:pic>
        <p:nvPicPr>
          <p:cNvPr id="20" name="Graphic 19" descr="Acorn with solid fill">
            <a:extLst>
              <a:ext uri="{FF2B5EF4-FFF2-40B4-BE49-F238E27FC236}">
                <a16:creationId xmlns:a16="http://schemas.microsoft.com/office/drawing/2014/main" id="{0DE219F4-527B-6B98-D946-A4DD54592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5065" y="1810257"/>
            <a:ext cx="373738" cy="373738"/>
          </a:xfrm>
          <a:prstGeom prst="rect">
            <a:avLst/>
          </a:prstGeom>
        </p:spPr>
      </p:pic>
      <p:pic>
        <p:nvPicPr>
          <p:cNvPr id="21" name="Graphic 20" descr="Acorn with solid fill">
            <a:extLst>
              <a:ext uri="{FF2B5EF4-FFF2-40B4-BE49-F238E27FC236}">
                <a16:creationId xmlns:a16="http://schemas.microsoft.com/office/drawing/2014/main" id="{167C8344-AF1A-1846-7A7F-9F9336A99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9450" y="2137363"/>
            <a:ext cx="373738" cy="373738"/>
          </a:xfrm>
          <a:prstGeom prst="rect">
            <a:avLst/>
          </a:prstGeom>
        </p:spPr>
      </p:pic>
      <p:pic>
        <p:nvPicPr>
          <p:cNvPr id="22" name="Graphic 21" descr="Acorn with solid fill">
            <a:extLst>
              <a:ext uri="{FF2B5EF4-FFF2-40B4-BE49-F238E27FC236}">
                <a16:creationId xmlns:a16="http://schemas.microsoft.com/office/drawing/2014/main" id="{20EEA1B0-B40C-74BB-BEC1-282E81704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6235" y="2489890"/>
            <a:ext cx="373738" cy="37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40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Klopfenstein,Debra</dc:creator>
  <cp:lastModifiedBy>Klopfenstein,Debra</cp:lastModifiedBy>
  <cp:revision>9</cp:revision>
  <dcterms:created xsi:type="dcterms:W3CDTF">2025-01-28T07:31:31Z</dcterms:created>
  <dcterms:modified xsi:type="dcterms:W3CDTF">2025-01-28T08:13:17Z</dcterms:modified>
</cp:coreProperties>
</file>