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7" autoAdjust="0"/>
    <p:restoredTop sz="94660"/>
  </p:normalViewPr>
  <p:slideViewPr>
    <p:cSldViewPr snapToGrid="0">
      <p:cViewPr varScale="1">
        <p:scale>
          <a:sx n="96" d="100"/>
          <a:sy n="96" d="100"/>
        </p:scale>
        <p:origin x="232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529AC-BAFC-4DB1-4869-3E63CA9803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7F2D0A-79D1-2BD5-0773-CC5E94B162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164D99-9D3C-3BC9-C43E-896A45B77A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AAEF2-50C7-4D8D-9965-5DD490F984B4}" type="datetimeFigureOut">
              <a:rPr lang="en-US" smtClean="0"/>
              <a:t>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6AE0D9-ECE5-78DB-58F5-140463BF09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24EA8D-0399-E0CA-CD4E-DA89011BBF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A92C6-FD7D-4359-A08A-5352118346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5050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52F5F-DD6A-C0F8-5C52-0079F82CA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DDA25A-F140-7337-CF9F-D3D9F270A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09498E-C99D-CA34-8508-8019AA8327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AAEF2-50C7-4D8D-9965-5DD490F984B4}" type="datetimeFigureOut">
              <a:rPr lang="en-US" smtClean="0"/>
              <a:t>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994AC5-3674-D0CD-CD09-9340EEAE10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C00E2B-ADB3-DD91-BA23-D7CAAB3555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A92C6-FD7D-4359-A08A-5352118346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10370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B496D-62D1-8DDD-3DC9-575A8520D0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0C1FD7-E311-9125-72C1-9A5F716315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0A9EAC-D8D8-05B8-5ED2-6BD2AAA847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AAEF2-50C7-4D8D-9965-5DD490F984B4}" type="datetimeFigureOut">
              <a:rPr lang="en-US" smtClean="0"/>
              <a:t>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F592EA-8296-A3D1-CADA-78917FC16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5834DC-C6C5-9B9F-5EE3-D9FE4D57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A92C6-FD7D-4359-A08A-5352118346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177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ACA02-8C87-84D8-CBA4-26685837A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EB9582-80BB-1983-A2B5-3C456657802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B4A69E-47EA-9FB8-34D6-DDB8D1D379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F07A8F-01CC-AEBD-014C-2F1BF45ED7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AAEF2-50C7-4D8D-9965-5DD490F984B4}" type="datetimeFigureOut">
              <a:rPr lang="en-US" smtClean="0"/>
              <a:t>1/28/2025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E5A618-4C51-6915-1640-EFC6F2C719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6A73CF-DA98-FD49-2F4E-D283E8599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A92C6-FD7D-4359-A08A-5352118346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0514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6FA136-5225-0C1E-8CCA-523FDC5987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C8CBB7-FB06-11EC-1D8E-C30A9B1D7D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726A76-C9B2-5F85-D8EC-16B2CAF82B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9D1EE5-FDA5-0447-C083-E05B0673426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C5B6231-20F6-4689-929C-CA4B1ECFAD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15A9266-A418-7932-A0BA-56DE48A20E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AAEF2-50C7-4D8D-9965-5DD490F984B4}" type="datetimeFigureOut">
              <a:rPr lang="en-US" smtClean="0"/>
              <a:t>1/28/2025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72A15E2-79C7-4A01-3857-D3718CEB9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A73BCC-ED65-5D7F-9859-B5F0D16593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A92C6-FD7D-4359-A08A-5352118346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6840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B6D281-EA3F-1A3D-100F-A58D2505B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5C732E7-6B5A-3915-7F87-139DD45801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AAEF2-50C7-4D8D-9965-5DD490F984B4}" type="datetimeFigureOut">
              <a:rPr lang="en-US" smtClean="0"/>
              <a:t>1/28/2025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E97FD1-2A64-5C46-A84D-513C07C6B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180301F-C741-DA9A-D4E2-A8CC3D03C1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A92C6-FD7D-4359-A08A-5352118346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4536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8D746DB-3D3E-6628-37F2-05BC814ED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AAEF2-50C7-4D8D-9965-5DD490F984B4}" type="datetimeFigureOut">
              <a:rPr lang="en-US" smtClean="0"/>
              <a:t>1/28/2025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FE376B-0AB1-93D0-0491-77700C8F8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C8F0DA-23AB-170C-3CC0-424176505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A92C6-FD7D-4359-A08A-5352118346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58204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BCD43C-5DBA-BFDF-F84F-37631F558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3268F8-7B75-B6EC-2D00-D9BAA4172B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10F6F3-DADD-7AAA-1FA2-53ECEABF4C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0826F8-D761-20E3-5330-747D72EAA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AAEF2-50C7-4D8D-9965-5DD490F984B4}" type="datetimeFigureOut">
              <a:rPr lang="en-US" smtClean="0"/>
              <a:t>1/28/2025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B8E7F6-4F6D-0092-3EC5-60E52BCD31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F51E9E-A2E0-6205-D1D6-C5651D2038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A92C6-FD7D-4359-A08A-5352118346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3815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6DFD4E-DC97-C647-F2A7-8C999F733B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A30A989-B168-2DE7-07BA-F8CDF71AF9E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5EB90A-A550-8180-7BDF-584E032E50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86E57A-55C9-5371-C13D-808CF6B279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AAEF2-50C7-4D8D-9965-5DD490F984B4}" type="datetimeFigureOut">
              <a:rPr lang="en-US" smtClean="0"/>
              <a:t>1/28/2025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770261-648D-94DE-BCBD-424CD9F3EC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3C7E66-80C0-7B4A-D3C1-9BEF730F8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A92C6-FD7D-4359-A08A-5352118346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98624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41C3ED-053F-EE1D-B049-8F85FBFE7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CA91E7-9732-14B0-D706-4802D390BC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8D3D4D-BD4F-40FE-8E64-BF53CD0F3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AAEF2-50C7-4D8D-9965-5DD490F984B4}" type="datetimeFigureOut">
              <a:rPr lang="en-US" smtClean="0"/>
              <a:t>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0FBA14-D7B6-482F-7399-37A2B0F85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FE2098-88D0-8EF1-544B-1F062EC00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A92C6-FD7D-4359-A08A-5352118346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98649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0607AAF-7FF4-109F-3A20-7D6A53D66B0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67AC0B-7088-D7F7-FFBB-AF1819752A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74CE99-ED29-EF5D-CA62-D5819817CD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AAEF2-50C7-4D8D-9965-5DD490F984B4}" type="datetimeFigureOut">
              <a:rPr lang="en-US" smtClean="0"/>
              <a:t>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79ACE6-4E8C-2095-7734-C6EE5CDFC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74C125-3DEA-1046-F801-1DFFF11B1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A92C6-FD7D-4359-A08A-5352118346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48266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6F4E77D-9CE5-BE31-E87B-DC33166B44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699E51-3EAF-88F4-E0DB-287A59E3E5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6A3C07-39D6-13C5-A033-46B93994BC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6AAEF2-50C7-4D8D-9965-5DD490F984B4}" type="datetimeFigureOut">
              <a:rPr lang="en-US" smtClean="0"/>
              <a:t>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F241BD-63CF-89D9-6996-3B8317BD34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17C665-67C6-6EEE-18B2-DFBE391D98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1A92C6-FD7D-4359-A08A-5352118346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1647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38F19F-E73E-E404-5DE7-7FC88F6AB5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83D6F5C-8023-E84D-7614-D187E7C67E8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55674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 descr="Squirrel with solid fill">
            <a:extLst>
              <a:ext uri="{FF2B5EF4-FFF2-40B4-BE49-F238E27FC236}">
                <a16:creationId xmlns:a16="http://schemas.microsoft.com/office/drawing/2014/main" id="{87D7C4AC-DF29-E47A-B428-D2DBB10A21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6555" y="655982"/>
            <a:ext cx="5956854" cy="5956854"/>
          </a:xfrm>
          <a:prstGeom prst="rect">
            <a:avLst/>
          </a:prstGeom>
        </p:spPr>
      </p:pic>
      <p:pic>
        <p:nvPicPr>
          <p:cNvPr id="5" name="Graphic 4" descr="Acorn with solid fill">
            <a:extLst>
              <a:ext uri="{FF2B5EF4-FFF2-40B4-BE49-F238E27FC236}">
                <a16:creationId xmlns:a16="http://schemas.microsoft.com/office/drawing/2014/main" id="{B3D10166-96D8-3350-6412-55E1BFF1A6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49007" y="5435874"/>
            <a:ext cx="457201" cy="457201"/>
          </a:xfrm>
          <a:prstGeom prst="rect">
            <a:avLst/>
          </a:prstGeom>
        </p:spPr>
      </p:pic>
      <p:pic>
        <p:nvPicPr>
          <p:cNvPr id="6" name="Graphic 5" descr="Acorn with solid fill">
            <a:extLst>
              <a:ext uri="{FF2B5EF4-FFF2-40B4-BE49-F238E27FC236}">
                <a16:creationId xmlns:a16="http://schemas.microsoft.com/office/drawing/2014/main" id="{A67D664A-4FE3-0AF1-5CEF-E529FCB2AED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300994" y="5049904"/>
            <a:ext cx="457201" cy="457201"/>
          </a:xfrm>
          <a:prstGeom prst="rect">
            <a:avLst/>
          </a:prstGeom>
        </p:spPr>
      </p:pic>
      <p:pic>
        <p:nvPicPr>
          <p:cNvPr id="7" name="Graphic 6" descr="Acorn with solid fill">
            <a:extLst>
              <a:ext uri="{FF2B5EF4-FFF2-40B4-BE49-F238E27FC236}">
                <a16:creationId xmlns:a16="http://schemas.microsoft.com/office/drawing/2014/main" id="{84483F92-D741-115B-6588-07BCE4A0316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847520" y="5221356"/>
            <a:ext cx="457201" cy="457201"/>
          </a:xfrm>
          <a:prstGeom prst="rect">
            <a:avLst/>
          </a:prstGeom>
        </p:spPr>
      </p:pic>
      <p:pic>
        <p:nvPicPr>
          <p:cNvPr id="8" name="Graphic 7" descr="Acorn with solid fill">
            <a:extLst>
              <a:ext uri="{FF2B5EF4-FFF2-40B4-BE49-F238E27FC236}">
                <a16:creationId xmlns:a16="http://schemas.microsoft.com/office/drawing/2014/main" id="{650B748D-FC12-C65A-B914-20E75724E9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98754" y="5278506"/>
            <a:ext cx="457201" cy="45720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1D11D9B-20EC-4F97-0C85-9DD0C723053C}"/>
              </a:ext>
            </a:extLst>
          </p:cNvPr>
          <p:cNvSpPr txBox="1"/>
          <p:nvPr/>
        </p:nvSpPr>
        <p:spPr>
          <a:xfrm>
            <a:off x="5956851" y="3238341"/>
            <a:ext cx="398890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Nordique Inline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Work in Progress</a:t>
            </a:r>
          </a:p>
        </p:txBody>
      </p:sp>
      <p:pic>
        <p:nvPicPr>
          <p:cNvPr id="10" name="Graphic 9" descr="Acorn with solid fill">
            <a:extLst>
              <a:ext uri="{FF2B5EF4-FFF2-40B4-BE49-F238E27FC236}">
                <a16:creationId xmlns:a16="http://schemas.microsoft.com/office/drawing/2014/main" id="{D9EFDFE7-42BC-3658-D8BF-E50A67B8118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18463" y="5435253"/>
            <a:ext cx="457201" cy="457201"/>
          </a:xfrm>
          <a:prstGeom prst="rect">
            <a:avLst/>
          </a:prstGeom>
        </p:spPr>
      </p:pic>
      <p:pic>
        <p:nvPicPr>
          <p:cNvPr id="11" name="Graphic 10" descr="Acorn with solid fill">
            <a:extLst>
              <a:ext uri="{FF2B5EF4-FFF2-40B4-BE49-F238E27FC236}">
                <a16:creationId xmlns:a16="http://schemas.microsoft.com/office/drawing/2014/main" id="{EA8C65D7-E426-BB18-9E39-67BE29A428A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08961" y="5049903"/>
            <a:ext cx="457201" cy="457201"/>
          </a:xfrm>
          <a:prstGeom prst="rect">
            <a:avLst/>
          </a:prstGeom>
        </p:spPr>
      </p:pic>
      <p:pic>
        <p:nvPicPr>
          <p:cNvPr id="12" name="Graphic 11" descr="Acorn with solid fill">
            <a:extLst>
              <a:ext uri="{FF2B5EF4-FFF2-40B4-BE49-F238E27FC236}">
                <a16:creationId xmlns:a16="http://schemas.microsoft.com/office/drawing/2014/main" id="{09D538AF-E353-BC9B-B74B-0172ABD579D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74953" y="4808053"/>
            <a:ext cx="457201" cy="457201"/>
          </a:xfrm>
          <a:prstGeom prst="rect">
            <a:avLst/>
          </a:prstGeom>
        </p:spPr>
      </p:pic>
      <p:pic>
        <p:nvPicPr>
          <p:cNvPr id="13" name="Graphic 12" descr="Acorn with solid fill">
            <a:extLst>
              <a:ext uri="{FF2B5EF4-FFF2-40B4-BE49-F238E27FC236}">
                <a16:creationId xmlns:a16="http://schemas.microsoft.com/office/drawing/2014/main" id="{2ACE7BE0-59D7-3633-51E9-515E33EF99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421216" y="5363402"/>
            <a:ext cx="457201" cy="457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6402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3</Words>
  <Application>Microsoft Office PowerPoint</Application>
  <PresentationFormat>Widescreen</PresentationFormat>
  <Paragraphs>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Nordique Inline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Klopfenstein,Debra</dc:creator>
  <cp:lastModifiedBy>Klopfenstein,Debra</cp:lastModifiedBy>
  <cp:revision>1</cp:revision>
  <dcterms:created xsi:type="dcterms:W3CDTF">2025-01-28T07:31:31Z</dcterms:created>
  <dcterms:modified xsi:type="dcterms:W3CDTF">2025-01-28T07:39:30Z</dcterms:modified>
</cp:coreProperties>
</file>